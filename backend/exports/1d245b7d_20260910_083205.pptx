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ppt/presentation.xml><?xml version="1.0" encoding="utf-8"?>
<p:presentation xmlns:p="http://schemas.openxmlformats.org/presentationml/2006/main" schdAck="false">
  <p:sldMasterIdLst/>
</p:presentation>
</file>

<file path=docProps/core.xml><?xml version="1.0" encoding="utf-8"?>
<cp:coreProperties xmlns:cp="http://schemas.openxmlformats.org/package/2006/metadata/core-properties"/>
</file>